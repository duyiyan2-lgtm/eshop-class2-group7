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81b5a8db934d12" /><Relationship Type="http://schemas.openxmlformats.org/officeDocument/2006/relationships/extended-properties" Target="/docProps/app.xml" Id="R4eebdebea1484f30" /><Relationship Type="http://schemas.openxmlformats.org/officeDocument/2006/relationships/officeDocument" Target="/ppt/presentation.xml" Id="R9d1d39632c1342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f6de84978a49bd"/>
  </p:sldMasterIdLst>
  <p:notesMasterIdLst>
    <p:notesMasterId xmlns:r="http://schemas.openxmlformats.org/officeDocument/2006/relationships" r:id="R19025251b3384b7c"/>
  </p:notesMasterIdLst>
  <p:sldIdLst>
    <p:sldId xmlns:r="http://schemas.openxmlformats.org/officeDocument/2006/relationships" id="256" r:id="R80c69b3b827d4b79"/>
    <p:sldId xmlns:r="http://schemas.openxmlformats.org/officeDocument/2006/relationships" id="257" r:id="R12fb010e56d04731"/>
    <p:sldId xmlns:r="http://schemas.openxmlformats.org/officeDocument/2006/relationships" id="258" r:id="Rbaf300628caa4211"/>
    <p:sldId xmlns:r="http://schemas.openxmlformats.org/officeDocument/2006/relationships" id="259" r:id="Rd554908440c74a5f"/>
    <p:sldId xmlns:r="http://schemas.openxmlformats.org/officeDocument/2006/relationships" id="260" r:id="R6f144882be734b44"/>
    <p:sldId xmlns:r="http://schemas.openxmlformats.org/officeDocument/2006/relationships" id="261" r:id="R997fc945c2aa4a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f75dc0761b413d" /><Relationship Type="http://schemas.openxmlformats.org/officeDocument/2006/relationships/slideMaster" Target="/ppt/slideMasters/slideMaster1.xml" Id="Re7f6de84978a49bd" /><Relationship Type="http://schemas.openxmlformats.org/officeDocument/2006/relationships/notesMaster" Target="/ppt/notesMasters/notesMaster1.xml" Id="R19025251b3384b7c" /><Relationship Type="http://schemas.openxmlformats.org/officeDocument/2006/relationships/presProps" Target="/ppt/presProps.xml" Id="R0d2f8505db3a452c" /><Relationship Type="http://schemas.openxmlformats.org/officeDocument/2006/relationships/tableStyles" Target="/ppt/tableStyles.xml" Id="Rbdba8a73b6df42ed" /><Relationship Type="http://schemas.openxmlformats.org/officeDocument/2006/relationships/slide" Target="/ppt/slides/slide1.xml" Id="R80c69b3b827d4b79" /><Relationship Type="http://schemas.openxmlformats.org/officeDocument/2006/relationships/slide" Target="/ppt/slides/slide2.xml" Id="R12fb010e56d04731" /><Relationship Type="http://schemas.openxmlformats.org/officeDocument/2006/relationships/slide" Target="/ppt/slides/slide3.xml" Id="Rbaf300628caa4211" /><Relationship Type="http://schemas.openxmlformats.org/officeDocument/2006/relationships/slide" Target="/ppt/slides/slide4.xml" Id="Rd554908440c74a5f" /><Relationship Type="http://schemas.openxmlformats.org/officeDocument/2006/relationships/slide" Target="/ppt/slides/slide5.xml" Id="R6f144882be734b44" /><Relationship Type="http://schemas.openxmlformats.org/officeDocument/2006/relationships/slide" Target="/ppt/slides/slide6.xml" Id="R997fc945c2aa4a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bb639941504a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7f25d148d84025" /><Relationship Type="http://schemas.openxmlformats.org/officeDocument/2006/relationships/notesMaster" Target="/ppt/notesMasters/notesMaster1.xml" Id="R0fc3fd2875bd43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75e9c8263f45b4" /><Relationship Type="http://schemas.openxmlformats.org/officeDocument/2006/relationships/notesMaster" Target="/ppt/notesMasters/notesMaster1.xml" Id="Rdbe56400e6ac41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da5d4609b14bef" /><Relationship Type="http://schemas.openxmlformats.org/officeDocument/2006/relationships/notesMaster" Target="/ppt/notesMasters/notesMaster1.xml" Id="R37271103524c41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8cba75cbdd4fcc" /><Relationship Type="http://schemas.openxmlformats.org/officeDocument/2006/relationships/notesMaster" Target="/ppt/notesMasters/notesMaster1.xml" Id="R4b0accd40c8a40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7a7865ac054f04" /><Relationship Type="http://schemas.openxmlformats.org/officeDocument/2006/relationships/notesMaster" Target="/ppt/notesMasters/notesMaster1.xml" Id="R51e6f3a8370f4f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4ba61956034aa3" /><Relationship Type="http://schemas.openxmlformats.org/officeDocument/2006/relationships/notesMaster" Target="/ppt/notesMasters/notesMaster1.xml" Id="Re4b83cf774bf4f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【约15秒】大家好，我是第7组组长祝意远。我们完成的是 E-Shop 多端电子商城。它不是单一购物页面，而是一套同时服务买家、商家和平台管理员的完整交易系统。我主要负责总体架构、关键后端、代码集成、测试和部署。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C:/Users/duyiyan/Desktop/eshop-class2-group7/README.md</a:t>
            </a:r>
          </a:p>
          <a:p xmlns:a="http://schemas.openxmlformats.org/drawingml/2006/main">
            <a:r>
              <a:t>- C:/Users/duyiyan/Desktop/eshop-class2-group7/docs/05-总结答辩/祝意远-验收负责内容与2至3分钟讲稿.md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【约35秒】先介绍项目本身。买家可以从 PC、手机 H5 或 Android 客户端注册登录，完成分类搜索、商品和 SKU 选择、收藏、购物车、收货地址、下单、模拟支付、收货与评价。商家有独立工作台，负责商品、SKU、库存和订单发货；平台管理员负责商家审核、买卖双方账号、角色状态与内容监管。整套业务形成从商品发布、买家选购到商家履约、买家评价和平台监管的完整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C:/Users/duyiyan/Desktop/eshop-class2-group7/eshop-release-v1.0/README.md</a:t>
            </a:r>
          </a:p>
          <a:p xmlns:a="http://schemas.openxmlformats.org/drawingml/2006/main">
            <a:r>
              <a:t>- C:/Users/duyiyan/Desktop/eshop-class2-group7/docs/03-测试文档/功能完成度对照表-验收用.md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【约30秒】系统在界面上有四个入口：PC 消费者商城、H5 与 Android 消费者端、商家工作台、平台管理后台。前端统一采用 Vue 3，PC 与管理端使用 Element Plus，手机端使用 Vant；PC 和 Android 分别用 Electron、Capacitor 封装。所有入口共用 Spring Boot API 与 MySQL，JWT 根据角色控制权限，所以商品、库存、订单和评价数据始终一致，也避免为每个端重复实现业务规则。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C:/Users/duyiyan/Desktop/eshop-class2-group7/eshop-release-v1.0/README.md</a:t>
            </a:r>
          </a:p>
          <a:p xmlns:a="http://schemas.openxmlformats.org/drawingml/2006/main">
            <a:r>
              <a:t>- C:/Users/duyiyan/Desktop/eshop-class2-group7/eshop-release-v1.0/frontend/package.json</a:t>
            </a:r>
          </a:p>
          <a:p xmlns:a="http://schemas.openxmlformats.org/drawingml/2006/main">
            <a:r>
              <a:t>- C:/Users/duyiyan/Desktop/eshop-class2-group7/eshop-release-v1.0/backend/pom.xml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【约40秒】第一项亮点是交易规则由后端保证。金额由服务端按 SKU 计算，库存用条件更新防止超卖，订单保存快照；商家数据用 seller_id 全链路隔离；订单状态机阻止重复支付和越级发货；C03 还会自动取消超时订单并准确回补库存。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C:/Users/duyiyan/Desktop/eshop-class2-group7/docs/03-测试文档/功能完成度对照表-验收用.md</a:t>
            </a:r>
          </a:p>
          <a:p xmlns:a="http://schemas.openxmlformats.org/drawingml/2006/main">
            <a:r>
              <a:t>- C:/Users/duyiyan/Desktop/eshop-class2-group7/eshop-release-v1.0/backend/src/main/java/com/eshop/backend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【约25秒】质量方面不是只看页面。当前 26 项后端自动化测试全部通过；数据库迁移到 Flyway V9，并在真实 MySQL 做冒烟验证；Docker 的 MySQL、后端和前端三服务运行，线上健康检查返回 UP。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C:/Users/duyiyan/Desktop/eshop-class2-group7/eshop-release-v1.0/backend/target/surefire-reports</a:t>
            </a:r>
          </a:p>
          <a:p xmlns:a="http://schemas.openxmlformats.org/drawingml/2006/main">
            <a:r>
              <a:t>- C:/Users/duyiyan/Desktop/eshop-class2-group7/eshop-release-v1.0/backend/src/main/resources/db/migration</a:t>
            </a:r>
          </a:p>
          <a:p xmlns:a="http://schemas.openxmlformats.org/drawingml/2006/main">
            <a:r>
              <a:t>- https://eshop.zhuyiyuan9.top/api/actuator/health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【约15秒】作为组长，我把成员模块统一成可运行、可验证、可交付的版本。下面我会用正式环境演示买家下单、商家发货、买家收货评价这条完整链路。谢谢老师。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C:/Users/duyiyan/Desktop/eshop-class2-group7/docs/05-总结答辩/祝意远-验收负责内容与2至3分钟讲稿.md</a:t>
            </a:r>
          </a:p>
          <a:p xmlns:a="http://schemas.openxmlformats.org/drawingml/2006/main">
            <a:r>
              <a:t>- https://eshop.zhuyiyuan9.top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de00ec20344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f3f134fbc44c42" /><Relationship Type="http://schemas.openxmlformats.org/officeDocument/2006/relationships/slideLayout" Target="/ppt/slideLayouts/slideLayout1.xml" Id="Ra44545783d93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4545783d93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fbb3d6a6b4476" /><Relationship Type="http://schemas.openxmlformats.org/officeDocument/2006/relationships/notesSlide" Target="/ppt/notesSlides/notesSlide1.xml" Id="R8688bcea93294c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23d55dbf44c58" /><Relationship Type="http://schemas.openxmlformats.org/officeDocument/2006/relationships/notesSlide" Target="/ppt/notesSlides/notesSlide2.xml" Id="Rc19b56abfbb548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f824cd3fa40d1" /><Relationship Type="http://schemas.openxmlformats.org/officeDocument/2006/relationships/image" Target="/ppt/media/image.png" Id="Ra34ee6498f0e4018" /><Relationship Type="http://schemas.openxmlformats.org/officeDocument/2006/relationships/notesSlide" Target="/ppt/notesSlides/notesSlide3.xml" Id="R79ae5ea4cd3844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0590257854a10" /><Relationship Type="http://schemas.openxmlformats.org/officeDocument/2006/relationships/notesSlide" Target="/ppt/notesSlides/notesSlide4.xml" Id="R575208ece7c147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bf309b5a249ab" /><Relationship Type="http://schemas.openxmlformats.org/officeDocument/2006/relationships/notesSlide" Target="/ppt/notesSlides/notesSlide5.xml" Id="R83fec5b6e9d045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ee4bf1f6744c9" /><Relationship Type="http://schemas.openxmlformats.org/officeDocument/2006/relationships/notesSlide" Target="/ppt/notesSlides/notesSlide6.xml" Id="Rf49d05327a3742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6F05A50-E86A-44D1-8F8C-AA2B5DFF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15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9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24级全栈2班 · 第7组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C2A6163-48F1-4AA5-8CFD-1671E382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6210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C475F70-1129-49A5-B4D6-B9792CE5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90700"/>
            <a:ext cx="9525000" cy="2457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E-Shop 多端电子商城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项目验收汇报</a:t>
            </a:r>
          </a:p>
        </p:txBody>
      </p:sp>
      <p:sp>
        <p:nvSpPr>
          <p:cNvPr id="4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A06DE7EA-A48D-4B13-9A1C-C3AD3ECD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590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祝意远 · 2444310229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组长 / 架构 / 后端与集成负责人</a:t>
            </a:r>
          </a:p>
        </p:txBody>
      </p:sp>
    </p:spTree>
    <p:extLst>
      <p:ext uri="{BB962C8B-B14F-4D97-AF65-F5344CB8AC3E}">
        <p14:creationId xmlns:p14="http://schemas.microsoft.com/office/powerpoint/2010/main" val="9754327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ponsibility-title">
            <a:extLst xmlns:a="http://schemas.openxmlformats.org/drawingml/2006/main">
              <a:ext uri="{FF2B5EF4-FFF2-40B4-BE49-F238E27FC236}">
                <a16:creationId xmlns:a16="http://schemas.microsoft.com/office/drawing/2014/main" id="{206D2B1D-C3F7-4394-B60C-8CBCEF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项目定位：三类用户共同完成一条交易闭环</a:t>
            </a:r>
          </a:p>
        </p:txBody>
      </p:sp>
      <p:sp>
        <p:nvSpPr>
          <p:cNvPr id="2" name="accent-rule-166">
            <a:extLst xmlns:a="http://schemas.openxmlformats.org/drawingml/2006/main">
              <a:ext uri="{FF2B5EF4-FFF2-40B4-BE49-F238E27FC236}">
                <a16:creationId xmlns:a16="http://schemas.microsoft.com/office/drawing/2014/main" id="{6789B814-31F4-4D88-B710-AC10471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81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responsibility-index-01">
            <a:extLst xmlns:a="http://schemas.openxmlformats.org/drawingml/2006/main">
              <a:ext uri="{FF2B5EF4-FFF2-40B4-BE49-F238E27FC236}">
                <a16:creationId xmlns:a16="http://schemas.microsoft.com/office/drawing/2014/main" id="{8B1D673C-4C69-4652-9692-C49BAC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responsibility-body-01">
            <a:extLst xmlns:a="http://schemas.openxmlformats.org/drawingml/2006/main">
              <a:ext uri="{FF2B5EF4-FFF2-40B4-BE49-F238E27FC236}">
                <a16:creationId xmlns:a16="http://schemas.microsoft.com/office/drawing/2014/main" id="{F7FF2424-EB9E-4F1B-BB5B-41B0BDA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面向谁、解决什么</a:t>
            </a:r>
          </a:p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面向买家、商家和平台管理员
解决商品经营、交易与履约管理
PC / H5 / Android / Web 多入口</a:t>
            </a:r>
          </a:p>
        </p:txBody>
      </p:sp>
      <p:sp>
        <p:nvSpPr>
          <p:cNvPr id="5" name="responsibility-index-02">
            <a:extLst xmlns:a="http://schemas.openxmlformats.org/drawingml/2006/main">
              <a:ext uri="{FF2B5EF4-FFF2-40B4-BE49-F238E27FC236}">
                <a16:creationId xmlns:a16="http://schemas.microsoft.com/office/drawing/2014/main" id="{A4DB3EAB-40A7-468C-9BEC-F01F3FE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sponsibility-body-02">
            <a:extLst xmlns:a="http://schemas.openxmlformats.org/drawingml/2006/main">
              <a:ext uri="{FF2B5EF4-FFF2-40B4-BE49-F238E27FC236}">
                <a16:creationId xmlns:a16="http://schemas.microsoft.com/office/drawing/2014/main" id="{4653094B-0944-4E05-B61A-5F667A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三类角色各有工作台</a:t>
            </a:r>
          </a:p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买家：搜索、选购、支付、收货评价
商家：商品 SKU、库存、订单发货
平台：账号审核、角色与内容监管</a:t>
            </a:r>
          </a:p>
        </p:txBody>
      </p:sp>
      <p:sp>
        <p:nvSpPr>
          <p:cNvPr id="7" name="responsibility-index-03">
            <a:extLst xmlns:a="http://schemas.openxmlformats.org/drawingml/2006/main">
              <a:ext uri="{FF2B5EF4-FFF2-40B4-BE49-F238E27FC236}">
                <a16:creationId xmlns:a16="http://schemas.microsoft.com/office/drawing/2014/main" id="{A6EF0FED-722E-40EE-BA44-8AE4CC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esponsibility-body-03">
            <a:extLst xmlns:a="http://schemas.openxmlformats.org/drawingml/2006/main">
              <a:ext uri="{FF2B5EF4-FFF2-40B4-BE49-F238E27FC236}">
                <a16:creationId xmlns:a16="http://schemas.microsoft.com/office/drawing/2014/main" id="{F7C313B9-8C91-4AFC-ADCD-F37030C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一条完整业务链</a:t>
            </a:r>
          </a:p>
          <a:p xmlns:a="http://schemas.openxmlformats.org/drawingml/2006/main">
            <a:pPr algn="l"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商品 → SKU → 购物车 → 收货地址
下单 → 模拟支付 → 商家发货
买家收货 → 评价 → 平台监管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5395F49-9C7A-4692-97DA-B3CB0D9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43846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rminal-title">
            <a:extLst xmlns:a="http://schemas.openxmlformats.org/drawingml/2006/main">
              <a:ext uri="{FF2B5EF4-FFF2-40B4-BE49-F238E27FC236}">
                <a16:creationId xmlns:a16="http://schemas.microsoft.com/office/drawing/2014/main" id="{1C49BBD1-10D0-40EF-80E3-CDDD8F1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619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四个入口共享后端，数据与规则保持一致</a:t>
            </a:r>
          </a:p>
        </p:txBody>
      </p:sp>
      <p:sp>
        <p:nvSpPr>
          <p:cNvPr id="2" name="portal-backing">
            <a:extLst xmlns:a="http://schemas.openxmlformats.org/drawingml/2006/main">
              <a:ext uri="{FF2B5EF4-FFF2-40B4-BE49-F238E27FC236}">
                <a16:creationId xmlns:a16="http://schemas.microsoft.com/office/drawing/2014/main" id="{7BAC4A54-1AD9-49AD-ACD5-CA97DCCB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terminal-body">
            <a:extLst xmlns:a="http://schemas.openxmlformats.org/drawingml/2006/main">
              <a:ext uri="{FF2B5EF4-FFF2-40B4-BE49-F238E27FC236}">
                <a16:creationId xmlns:a16="http://schemas.microsoft.com/office/drawing/2014/main" id="{934CD534-A752-4544-8FC5-712EB36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0"/>
            <a:ext cx="542925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入口层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PC 消费者 · H5/Android 消费者
商家工作台 · 平台管理后台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前端与客户端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Vue 3 + Element Plus + Vant
Electron PC + Capacitor Android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服务与数据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Spring Boot + JWT + MySQL + Flyway
Docker Compose / Nginx / HTTPS 部署</a:t>
            </a:r>
          </a:p>
        </p:txBody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70E4C18-2A0B-4BC6-B6A1-A833112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ee6498f0e4018"/>
          <a:stretch xmlns:a="http://schemas.openxmlformats.org/drawingml/2006/main"/>
        </p:blipFill>
        <p:spPr>
          <a:xfrm xmlns:a="http://schemas.openxmlformats.org/drawingml/2006/main">
            <a:off x="6429375" y="1569244"/>
            <a:ext cx="5219700" cy="3262313"/>
          </a:xfrm>
          <a:prstGeom xmlns:a="http://schemas.openxmlformats.org/drawingml/2006/main" prst="roundRect">
            <a:avLst>
              <a:gd name="adj" fmla="val 2419"/>
            </a:avLst>
          </a:prstGeom>
        </p:spPr>
      </p:pic>
    </p:spTree>
    <p:extLst>
      <p:ext uri="{BB962C8B-B14F-4D97-AF65-F5344CB8AC3E}">
        <p14:creationId xmlns:p14="http://schemas.microsoft.com/office/powerpoint/2010/main" val="12095168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ain-title">
            <a:extLst xmlns:a="http://schemas.openxmlformats.org/drawingml/2006/main">
              <a:ext uri="{FF2B5EF4-FFF2-40B4-BE49-F238E27FC236}">
                <a16:creationId xmlns:a16="http://schemas.microsoft.com/office/drawing/2014/main" id="{07CF454D-3B6D-44AF-BDA5-1100ACB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亮点：交易闭环由后端规则保证</a:t>
            </a:r>
          </a:p>
        </p:txBody>
      </p:sp>
      <p:cxnSp>
        <p:nvCxnSpPr>
          <p:cNvPr id="22" name="chain-line"/>
          <p:cNvCxnSpPr/>
          <p:nvPr/>
        </p:nvCxnSpPr>
        <p:spPr>
          <a:xfrm xmlns:a="http://schemas.openxmlformats.org/drawingml/2006/main">
            <a:off x="390525" y="3371850"/>
            <a:ext cx="109537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3" name="chain-dot-1">
            <a:extLst xmlns:a="http://schemas.openxmlformats.org/drawingml/2006/main">
              <a:ext uri="{FF2B5EF4-FFF2-40B4-BE49-F238E27FC236}">
                <a16:creationId xmlns:a16="http://schemas.microsoft.com/office/drawing/2014/main" id="{6443BBCB-4325-4FBF-95E1-791925B2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hain-label-1">
            <a:extLst xmlns:a="http://schemas.openxmlformats.org/drawingml/2006/main">
              <a:ext uri="{FF2B5EF4-FFF2-40B4-BE49-F238E27FC236}">
                <a16:creationId xmlns:a16="http://schemas.microsoft.com/office/drawing/2014/main" id="{8E46AF9C-B2B0-4E9A-A0CE-06ACEFFE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买家</a:t>
            </a:r>
          </a:p>
        </p:txBody>
      </p:sp>
      <p:sp>
        <p:nvSpPr>
          <p:cNvPr id="5" name="chain-body-1">
            <a:extLst xmlns:a="http://schemas.openxmlformats.org/drawingml/2006/main">
              <a:ext uri="{FF2B5EF4-FFF2-40B4-BE49-F238E27FC236}">
                <a16:creationId xmlns:a16="http://schemas.microsoft.com/office/drawing/2014/main" id="{D8999074-6E15-4C99-8077-E1EDD48B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12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选 SKU → 下单 → 支付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服务端计价，条件扣库存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订单快照防止商品变更</a:t>
            </a:r>
          </a:p>
        </p:txBody>
      </p:sp>
      <p:sp>
        <p:nvSpPr>
          <p:cNvPr id="6" name="chain-dot-2">
            <a:extLst xmlns:a="http://schemas.openxmlformats.org/drawingml/2006/main">
              <a:ext uri="{FF2B5EF4-FFF2-40B4-BE49-F238E27FC236}">
                <a16:creationId xmlns:a16="http://schemas.microsoft.com/office/drawing/2014/main" id="{644E8B4C-34CD-4675-8276-CF1E14B1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chain-label-2">
            <a:extLst xmlns:a="http://schemas.openxmlformats.org/drawingml/2006/main">
              <a:ext uri="{FF2B5EF4-FFF2-40B4-BE49-F238E27FC236}">
                <a16:creationId xmlns:a16="http://schemas.microsoft.com/office/drawing/2014/main" id="{6D6DE1C2-82BF-4AA1-B76F-30810A14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商家</a:t>
            </a:r>
          </a:p>
        </p:txBody>
      </p:sp>
      <p:sp>
        <p:nvSpPr>
          <p:cNvPr id="8" name="chain-body-2">
            <a:extLst xmlns:a="http://schemas.openxmlformats.org/drawingml/2006/main">
              <a:ext uri="{FF2B5EF4-FFF2-40B4-BE49-F238E27FC236}">
                <a16:creationId xmlns:a16="http://schemas.microsoft.com/office/drawing/2014/main" id="{F2A51901-A902-4CA7-9FCC-2CDEF52B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12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本店订单 → 发货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seller_id 全链路隔离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只能操作所属商品与订单</a:t>
            </a:r>
          </a:p>
        </p:txBody>
      </p:sp>
      <p:sp>
        <p:nvSpPr>
          <p:cNvPr id="9" name="chain-dot-3">
            <a:extLst xmlns:a="http://schemas.openxmlformats.org/drawingml/2006/main">
              <a:ext uri="{FF2B5EF4-FFF2-40B4-BE49-F238E27FC236}">
                <a16:creationId xmlns:a16="http://schemas.microsoft.com/office/drawing/2014/main" id="{76828CAF-1984-45FD-A63A-173DD6E1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chain-label-3">
            <a:extLst xmlns:a="http://schemas.openxmlformats.org/drawingml/2006/main">
              <a:ext uri="{FF2B5EF4-FFF2-40B4-BE49-F238E27FC236}">
                <a16:creationId xmlns:a16="http://schemas.microsoft.com/office/drawing/2014/main" id="{F6F5BC5D-E4B4-4DFA-9A20-95C51235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11" name="chain-body-3">
            <a:extLst xmlns:a="http://schemas.openxmlformats.org/drawingml/2006/main">
              <a:ext uri="{FF2B5EF4-FFF2-40B4-BE49-F238E27FC236}">
                <a16:creationId xmlns:a16="http://schemas.microsoft.com/office/drawing/2014/main" id="{28605274-0DCA-49B0-8C60-C5C79E87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12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收货 → 评价 → 监管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状态机阻止越级操作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C03 超时取消并回补库存</a:t>
            </a:r>
          </a:p>
        </p:txBody>
      </p:sp>
      <p:sp>
        <p:nvSpPr>
          <p:cNvPr id="1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0BA26362-3E1D-4364-8A1C-83E382D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894050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F6134D13-977E-47CB-BE1B-1C54CA4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工程质量有可复核的验收证据</a:t>
            </a:r>
          </a:p>
        </p:txBody>
      </p:sp>
      <p:sp>
        <p:nvSpPr>
          <p:cNvPr id="2" name="quality-intro">
            <a:extLst xmlns:a="http://schemas.openxmlformats.org/drawingml/2006/main">
              <a:ext uri="{FF2B5EF4-FFF2-40B4-BE49-F238E27FC236}">
                <a16:creationId xmlns:a16="http://schemas.microsoft.com/office/drawing/2014/main" id="{4851DC15-071A-4965-A42D-C760FC9D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38250"/>
            <a:ext cx="1066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自动化测试、真实 MySQL 与线上环境三层验证，证明核心链路不仅“能点”，而且能稳定回归。</a:t>
            </a:r>
          </a:p>
        </p:txBody>
      </p:sp>
      <p:sp>
        <p:nvSpPr>
          <p:cNvPr id="3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B680E128-EED3-4DFE-AFC9-4A9F207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32521034-26B2-480D-AAEE-CA260FD7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26/26</a:t>
            </a:r>
          </a:p>
        </p:txBody>
      </p:sp>
      <p:sp>
        <p:nvSpPr>
          <p:cNvPr id="5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002D94BA-EE59-439E-B68D-7428D98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后端自动化测试通过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覆盖权限、状态机、商家隔离</a:t>
            </a:r>
          </a:p>
        </p:txBody>
      </p:sp>
      <p:sp>
        <p:nvSpPr>
          <p:cNvPr id="6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A682DAD8-8FAF-4A54-8827-D79BCAC2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7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A3B31B4A-2A5D-45AA-928C-7A951A7D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V9</a:t>
            </a:r>
          </a:p>
        </p:txBody>
      </p:sp>
      <p:sp>
        <p:nvSpPr>
          <p:cNvPr id="8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A8C6A132-1F7B-4CC3-9AEE-14A4D067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Flyway 数据库迁移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真实 MySQL 冒烟验证</a:t>
            </a:r>
          </a:p>
        </p:txBody>
      </p:sp>
      <p:sp>
        <p:nvSpPr>
          <p:cNvPr id="9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051B2D63-53CD-4F18-9BD4-B07AC229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10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061BBBAA-942E-4A58-AB86-F31DF21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UP</a:t>
            </a:r>
          </a:p>
        </p:txBody>
      </p:sp>
      <p:sp>
        <p:nvSpPr>
          <p:cNvPr id="11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93C52831-76D5-4571-A21C-0C43744A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Docker 三服务运行</a:t>
            </a:r>
          </a:p>
          <a:p xmlns:a="http://schemas.openxmlformats.org/drawingml/2006/main">
            <a:pPr algn="l">
              <a:buNone/>
              <a:defRPr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HTTPS 正式域名可访问</a:t>
            </a:r>
          </a:p>
        </p:txBody>
      </p:sp>
      <p:sp>
        <p:nvSpPr>
          <p:cNvPr id="1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793D647A-2BFD-4231-B803-C6FD39E4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37949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clusion-kicker">
            <a:extLst xmlns:a="http://schemas.openxmlformats.org/drawingml/2006/main">
              <a:ext uri="{FF2B5EF4-FFF2-40B4-BE49-F238E27FC236}">
                <a16:creationId xmlns:a16="http://schemas.microsoft.com/office/drawing/2014/main" id="{B78F04A4-4A32-485C-9EC1-4F89A839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1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组长贡献与验收结论</a:t>
            </a:r>
          </a:p>
        </p:txBody>
      </p:sp>
      <p:sp>
        <p:nvSpPr>
          <p:cNvPr id="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45FED6A3-2514-4F1C-A8AE-6F24FACE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76400"/>
            <a:ext cx="85725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可运行</a:t>
            </a:r>
          </a:p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可交付</a:t>
            </a:r>
          </a:p>
        </p:txBody>
      </p:sp>
      <p:sp>
        <p:nvSpPr>
          <p:cNvPr id="3" name="conclusion-details">
            <a:extLst xmlns:a="http://schemas.openxmlformats.org/drawingml/2006/main">
              <a:ext uri="{FF2B5EF4-FFF2-40B4-BE49-F238E27FC236}">
                <a16:creationId xmlns:a16="http://schemas.microsoft.com/office/drawing/2014/main" id="{CE8663E9-93C9-43EC-BAAC-DE765C9E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95850"/>
            <a:ext cx="6858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我负责架构、关键后端、集成测试与部署</a:t>
            </a:r>
          </a:p>
          <a:p xmlns:a="http://schemas.openxmlformats.org/drawingml/2006/main">
            <a:pPr algn="l">
              <a:buNone/>
            </a:pPr>
            <a:r>
              <a:rPr sz="16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亮点：SKU 库存 / 商家隔离 / C03 超时取消</a:t>
            </a:r>
          </a:p>
          <a:p xmlns:a="http://schemas.openxmlformats.org/drawingml/2006/main">
            <a:pPr algn="l">
              <a:buNone/>
            </a:pPr>
            <a:r>
              <a:rPr sz="16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正式地址：eshop.zhuyiyuan9.top</a:t>
            </a:r>
          </a:p>
        </p:txBody>
      </p:sp>
    </p:spTree>
    <p:extLst>
      <p:ext uri="{BB962C8B-B14F-4D97-AF65-F5344CB8AC3E}">
        <p14:creationId xmlns:p14="http://schemas.microsoft.com/office/powerpoint/2010/main" val="328852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2026-08-13T02:09:59.3560000Z</dcterms:created>
  <dcterms:modified xsi:type="dcterms:W3CDTF">2026-08-13T02:09:59.3560000Z</dcterms:modified>
</coreProperties>
</file>