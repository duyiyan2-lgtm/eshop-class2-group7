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f1f67e8904582" /><Relationship Type="http://schemas.openxmlformats.org/officeDocument/2006/relationships/extended-properties" Target="/docProps/app.xml" Id="R1b77a5670b074aa7" /><Relationship Type="http://schemas.openxmlformats.org/officeDocument/2006/relationships/officeDocument" Target="/ppt/presentation.xml" Id="R212d54302c16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e1b18edfc40bf"/>
  </p:sldMasterIdLst>
  <p:notesMasterIdLst>
    <p:notesMasterId xmlns:r="http://schemas.openxmlformats.org/officeDocument/2006/relationships" r:id="R6f2d01432e5843d5"/>
  </p:notesMasterIdLst>
  <p:sldIdLst>
    <p:sldId xmlns:r="http://schemas.openxmlformats.org/officeDocument/2006/relationships" id="256" r:id="R7bbd05d293104c85"/>
    <p:sldId xmlns:r="http://schemas.openxmlformats.org/officeDocument/2006/relationships" id="257" r:id="R197627ef1ee74035"/>
    <p:sldId xmlns:r="http://schemas.openxmlformats.org/officeDocument/2006/relationships" id="258" r:id="R5a08d13ec5bd458d"/>
    <p:sldId xmlns:r="http://schemas.openxmlformats.org/officeDocument/2006/relationships" id="259" r:id="R8cef2a3f67f74881"/>
    <p:sldId xmlns:r="http://schemas.openxmlformats.org/officeDocument/2006/relationships" id="260" r:id="R64c1281aa901416f"/>
    <p:sldId xmlns:r="http://schemas.openxmlformats.org/officeDocument/2006/relationships" id="261" r:id="R362911a8c36d4b78"/>
    <p:sldId xmlns:r="http://schemas.openxmlformats.org/officeDocument/2006/relationships" id="262" r:id="Rf96b2417069b4ebd"/>
    <p:sldId xmlns:r="http://schemas.openxmlformats.org/officeDocument/2006/relationships" id="263" r:id="Rbbd0eb74b46146a7"/>
    <p:sldId xmlns:r="http://schemas.openxmlformats.org/officeDocument/2006/relationships" id="264" r:id="R7cd10eeecf314c1b"/>
    <p:sldId xmlns:r="http://schemas.openxmlformats.org/officeDocument/2006/relationships" id="265" r:id="R9a8908abf1ef4202"/>
    <p:sldId xmlns:r="http://schemas.openxmlformats.org/officeDocument/2006/relationships" id="266" r:id="R8cd73145cf9b4373"/>
    <p:sldId xmlns:r="http://schemas.openxmlformats.org/officeDocument/2006/relationships" id="267" r:id="Rad36c590ea0a40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6c99fb1104e07" /><Relationship Type="http://schemas.openxmlformats.org/officeDocument/2006/relationships/slideMaster" Target="/ppt/slideMasters/slideMaster1.xml" Id="R858e1b18edfc40bf" /><Relationship Type="http://schemas.openxmlformats.org/officeDocument/2006/relationships/notesMaster" Target="/ppt/notesMasters/notesMaster1.xml" Id="R6f2d01432e5843d5" /><Relationship Type="http://schemas.openxmlformats.org/officeDocument/2006/relationships/presProps" Target="/ppt/presProps.xml" Id="R76d87df7717b414d" /><Relationship Type="http://schemas.openxmlformats.org/officeDocument/2006/relationships/tableStyles" Target="/ppt/tableStyles.xml" Id="R8786dd70b22248a0" /><Relationship Type="http://schemas.openxmlformats.org/officeDocument/2006/relationships/slide" Target="/ppt/slides/slide1.xml" Id="R7bbd05d293104c85" /><Relationship Type="http://schemas.openxmlformats.org/officeDocument/2006/relationships/slide" Target="/ppt/slides/slide2.xml" Id="R197627ef1ee74035" /><Relationship Type="http://schemas.openxmlformats.org/officeDocument/2006/relationships/slide" Target="/ppt/slides/slide3.xml" Id="R5a08d13ec5bd458d" /><Relationship Type="http://schemas.openxmlformats.org/officeDocument/2006/relationships/slide" Target="/ppt/slides/slide4.xml" Id="R8cef2a3f67f74881" /><Relationship Type="http://schemas.openxmlformats.org/officeDocument/2006/relationships/slide" Target="/ppt/slides/slide5.xml" Id="R64c1281aa901416f" /><Relationship Type="http://schemas.openxmlformats.org/officeDocument/2006/relationships/slide" Target="/ppt/slides/slide6.xml" Id="R362911a8c36d4b78" /><Relationship Type="http://schemas.openxmlformats.org/officeDocument/2006/relationships/slide" Target="/ppt/slides/slide7.xml" Id="Rf96b2417069b4ebd" /><Relationship Type="http://schemas.openxmlformats.org/officeDocument/2006/relationships/slide" Target="/ppt/slides/slide8.xml" Id="Rbbd0eb74b46146a7" /><Relationship Type="http://schemas.openxmlformats.org/officeDocument/2006/relationships/slide" Target="/ppt/slides/slide9.xml" Id="R7cd10eeecf314c1b" /><Relationship Type="http://schemas.openxmlformats.org/officeDocument/2006/relationships/slide" Target="/ppt/slides/slide10.xml" Id="R9a8908abf1ef4202" /><Relationship Type="http://schemas.openxmlformats.org/officeDocument/2006/relationships/slide" Target="/ppt/slides/slide11.xml" Id="R8cd73145cf9b4373" /><Relationship Type="http://schemas.openxmlformats.org/officeDocument/2006/relationships/slide" Target="/ppt/slides/slide12.xml" Id="Rad36c590ea0a40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3fa4132c346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8017a7e0264594" /><Relationship Type="http://schemas.openxmlformats.org/officeDocument/2006/relationships/notesMaster" Target="/ppt/notesMasters/notesMaster1.xml" Id="R375cb9d3fea4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13b55d6724962" /><Relationship Type="http://schemas.openxmlformats.org/officeDocument/2006/relationships/notesMaster" Target="/ppt/notesMasters/notesMaster1.xml" Id="Rc23299fc253d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4c97b4d6814a62" /><Relationship Type="http://schemas.openxmlformats.org/officeDocument/2006/relationships/notesMaster" Target="/ppt/notesMasters/notesMaster1.xml" Id="R36664c15689240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2ec5d56a3478a" /><Relationship Type="http://schemas.openxmlformats.org/officeDocument/2006/relationships/notesMaster" Target="/ppt/notesMasters/notesMaster1.xml" Id="Rb83f3e507251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a40c8851ba462d" /><Relationship Type="http://schemas.openxmlformats.org/officeDocument/2006/relationships/notesMaster" Target="/ppt/notesMasters/notesMaster1.xml" Id="Ra6bdbfc0e539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c78817ab254f42" /><Relationship Type="http://schemas.openxmlformats.org/officeDocument/2006/relationships/notesMaster" Target="/ppt/notesMasters/notesMaster1.xml" Id="R9ea7883a341045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00f350b1134db4" /><Relationship Type="http://schemas.openxmlformats.org/officeDocument/2006/relationships/notesMaster" Target="/ppt/notesMasters/notesMaster1.xml" Id="R39759c22bfb346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114acf5d434b93" /><Relationship Type="http://schemas.openxmlformats.org/officeDocument/2006/relationships/notesMaster" Target="/ppt/notesMasters/notesMaster1.xml" Id="Re83cfb5d3ec240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d120ca1484855" /><Relationship Type="http://schemas.openxmlformats.org/officeDocument/2006/relationships/notesMaster" Target="/ppt/notesMasters/notesMaster1.xml" Id="R3c945418f0e745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e7ffaf74f44728" /><Relationship Type="http://schemas.openxmlformats.org/officeDocument/2006/relationships/notesMaster" Target="/ppt/notesMasters/notesMaster1.xml" Id="Rec35779a41b641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44be03b3204a77" /><Relationship Type="http://schemas.openxmlformats.org/officeDocument/2006/relationships/notesMaster" Target="/ppt/notesMasters/notesMaster1.xml" Id="R6f8f7b7fb44047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b3a5ce364542fd" /><Relationship Type="http://schemas.openxmlformats.org/officeDocument/2006/relationships/notesMaster" Target="/ppt/notesMasters/notesMaster1.xml" Id="Rdf03fc481e42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开场先说明：这是第7组四位成员共同完成的多端电子商城。汇报将依次介绍项目定位、完整业务闭环、技术亮点、协作方式以及每位成员的实际交付。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C:/Users/duyiyan/Desktop/eshop-class2-group7/README.md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E-Shop不只是商品列表，而是同时服务买家、商家与平台管理员的完整交易系统。买家完成选购，商家完成经营与履约，平台负责账号与内容监管，三类角色共同闭合交易链路。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功能设计围绕三类角色展开。消费者侧覆盖从发现商品到评价的全流程；商家侧覆盖经营与履约；平台侧集中做账号审核、角色状态和内容监管。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界面层有PC消费者端、H5与Android消费者端、商家工作台和平台管理后台。前端统一使用Vue 3，不同终端使用Element Plus或Vant；Electron和Capacitor完成桌面与安卓封装。所有入口共享Spring Boot API和MySQL，业务规则与数据保持一致。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C:/Users/duyiyan/Desktop/eshop-class2-group7/eshop-release-v1.0/frontend/package.json</a:t>
            </a:r>
          </a:p>
          <a:p xmlns:a="http://schemas.openxmlformats.org/drawingml/2006/main">
            <a:r>
              <a:t>- C:/Users/duyiyan/Desktop/eshop-class2-group7/eshop-release-v1.0/backend/pom.xml</a:t>
            </a:r>
          </a:p>
          <a:p xmlns:a="http://schemas.openxmlformats.org/drawingml/2006/main">
            <a:r>
              <a:t>- C:/Users/duyiyan/Desktop/eshop-class2-group7/eshop-release-v1.0/backend/src/main/resources/db/migration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项目亮点集中在后端规则：价格在服务端重算；库存通过条件更新避免超卖；订单保存快照；商家数据按seller_id隔离；订单状态机和C03超时取消保证流程边界。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C:/Users/duyiyan/Desktop/eshop-class2-group7/docs/05-总结答辩/答辩演示提纲.md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团队没有简单按前端、后端切割，而是按商品、用户购物车、订单支付等业务模块纵向负责。路由、权限、迁移和最终合并由组长统一管理；开发后再进行分端和跨角色验收。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C:/Users/duyiyan/Desktop/eshop-class2-group7/docs/04-会议记录/剩余开发任务与四人分工-20260724.md</a:t>
            </a:r>
          </a:p>
          <a:p xmlns:a="http://schemas.openxmlformats.org/drawingml/2006/main">
            <a:r>
              <a:t>- C:/Users/duyiyan/Desktop/eshop-class2-group7/docs/04-会议记录/今日开发任务安排-20260727.md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祝意远作为组长，主要承担整体架构、公共基建、鉴权、核心后端、接口冻结、集成测试和最终部署。所有成员交付经过审查后进入统一主线，并由其完成服务器和答辩材料收口。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C:/Users/duyiyan/Desktop/eshop-class2-group7/docs/05-总结答辩/答辩演示提纲.md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汪炜康负责商品模块的手机端页面接入，包括分类、列表、搜索、详情和SKU交互；项目后期负责PC消费者端的系统验收，覆盖登录、购物、订单和用户扩展功能并提交报告。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C:/Users/duyiyan/Desktop/eshop-class2-group7/docs/04-会议记录/剩余开发任务与四人分工-20260724.md</a:t>
            </a:r>
          </a:p>
          <a:p xmlns:a="http://schemas.openxmlformats.org/drawingml/2006/main">
            <a:r>
              <a:t>- C:/Users/duyiyan/Desktop/eshop-class2-group7/docs/04-会议记录/今日开发任务安排-20260727.md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黄美琪参与用户、购物车和后台用户管理相关页面，后续提交销售趋势与Top商品数据看板扩展；验收阶段负责手机H5端，重点检查导航、角标、时区、收藏、评价和订单跳转。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C:/Users/duyiyan/Desktop/eshop-class2-group7/docs/04-会议记录/剩余开发任务与四人分工-20260724.md</a:t>
            </a:r>
          </a:p>
          <a:p xmlns:a="http://schemas.openxmlformats.org/drawingml/2006/main">
            <a:r>
              <a:t>- C:/Users/duyiyan/Desktop/eshop-class2-group7/docs/04-会议记录/今日开发任务安排-20260727.md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C:/Users/duyiyan/Desktop/eshop-class2-group7/reports/weekly/第2周-周报.md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吴松青负责手机订单与支付页面协作，并完成浏览历史的后端接口、PC和手机页面及测试；项目后期负责商家和跨角色验收，验证商品、订单、发货以及买卖双方闭环。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C:/Users/duyiyan/Desktop/eshop-class2-group7/docs/04-会议记录/剩余开发任务与四人分工-20260724.md</a:t>
            </a:r>
          </a:p>
          <a:p xmlns:a="http://schemas.openxmlformats.org/drawingml/2006/main">
            <a:r>
              <a:t>- C:/Users/duyiyan/Desktop/eshop-class2-group7/docs/04-会议记录/今日开发任务安排-20260727.md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C:/Users/duyiyan/Desktop/eshop-class2-group7/reports/weekly/第2周-周报.md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质量验证分三层：后端26项自动化测试全部通过；真实MySQL执行API冒烟并由Flyway V10管理结构；Docker Compose部署后健康检查为UP，正式域名通过Nginx和HTTPS访问。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C:/Users/duyiyan/Desktop/eshop-class2-group7/eshop-release-v1.0/backend/src/main/resources/db/migration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- C:/Users/duyiyan/Desktop/eshop-class2-group7/docs/03-测试文档/线上验收测试清单-20260805.md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收尾强调：四位成员按模块完成开发与验收，最终交付覆盖消费者、商家、平台管理和桌面、安卓客户端。项目的价值不仅是功能数量，更是统一业务规则、完整交易闭环和可复核的工程证据。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f78973268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3617b0a44434c" /><Relationship Type="http://schemas.openxmlformats.org/officeDocument/2006/relationships/slideLayout" Target="/ppt/slideLayouts/slideLayout1.xml" Id="R94d26952e9434d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26952e9434d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ad50e7904ed4" /><Relationship Type="http://schemas.openxmlformats.org/officeDocument/2006/relationships/notesSlide" Target="/ppt/notesSlides/notesSlide1.xml" Id="R0de2746b00b24d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2ae45dd224a00" /><Relationship Type="http://schemas.openxmlformats.org/officeDocument/2006/relationships/notesSlide" Target="/ppt/notesSlides/notesSlide2.xml" Id="Rc9bf5d35a50c4f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5349726ea4516" /><Relationship Type="http://schemas.openxmlformats.org/officeDocument/2006/relationships/notesSlide" Target="/ppt/notesSlides/notesSlide3.xml" Id="R2b2954e3dc3d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498f05d024e36" /><Relationship Type="http://schemas.openxmlformats.org/officeDocument/2006/relationships/image" Target="/ppt/media/image.png" Id="Rb0c5dab57c8d4343" /><Relationship Type="http://schemas.openxmlformats.org/officeDocument/2006/relationships/notesSlide" Target="/ppt/notesSlides/notesSlide4.xml" Id="R4caee689592b4c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ce53562e74e82" /><Relationship Type="http://schemas.openxmlformats.org/officeDocument/2006/relationships/notesSlide" Target="/ppt/notesSlides/notesSlide5.xml" Id="R5b5db934b06249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11065332b4b2e" /><Relationship Type="http://schemas.openxmlformats.org/officeDocument/2006/relationships/notesSlide" Target="/ppt/notesSlides/notesSlide6.xml" Id="Rb71d9e4aeb0d42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c61f414614dd0" /><Relationship Type="http://schemas.openxmlformats.org/officeDocument/2006/relationships/notesSlide" Target="/ppt/notesSlides/notesSlide7.xml" Id="R3dda26ef349e44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d68a3ccd94cb2" /><Relationship Type="http://schemas.openxmlformats.org/officeDocument/2006/relationships/notesSlide" Target="/ppt/notesSlides/notesSlide8.xml" Id="Rd9155ce782dc44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b9a199f7e440f" /><Relationship Type="http://schemas.openxmlformats.org/officeDocument/2006/relationships/notesSlide" Target="/ppt/notesSlides/notesSlide9.xml" Id="R693d408d225b44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2ccf2f4cf42fb" /><Relationship Type="http://schemas.openxmlformats.org/officeDocument/2006/relationships/notesSlide" Target="/ppt/notesSlides/notesSlide10.xml" Id="Rab7f2edee5ba46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6c8368f7d4da8" /><Relationship Type="http://schemas.openxmlformats.org/officeDocument/2006/relationships/notesSlide" Target="/ppt/notesSlides/notesSlide11.xml" Id="R022af74402854a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47e530ae94af4" /><Relationship Type="http://schemas.openxmlformats.org/officeDocument/2006/relationships/notesSlide" Target="/ppt/notesSlides/notesSlide12.xml" Id="Rc59c0e16e8594a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6F05A50-E86A-44D1-8F8C-AA2B5DF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15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9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24级全栈2班 · 第7组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C2A6163-48F1-4AA5-8CFD-1671E38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475F70-1129-49A5-B4D6-B9792CE5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95250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E-Shop 多端电子商城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全组项目验收汇报</a:t>
            </a:r>
          </a:p>
        </p:txBody>
      </p:sp>
      <p:sp>
        <p:nvSpPr>
          <p:cNvPr id="4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A06DE7EA-A48D-4B13-9A1C-C3AD3EC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祝意远 · 汪炜康 · 黄美琪 · 吴松青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四人协作 / 模块负责 / 统一集成与验收</a:t>
            </a:r>
          </a:p>
        </p:txBody>
      </p:sp>
    </p:spTree>
    <p:extLst>
      <p:ext uri="{BB962C8B-B14F-4D97-AF65-F5344CB8AC3E}">
        <p14:creationId xmlns:p14="http://schemas.microsoft.com/office/powerpoint/2010/main" val="975432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项目定位：三类用户共同完成一条交易闭环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面向谁、解决什么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面向买家、商家和平台管理员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解决商品经营、交易与履约管理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 PC / H5 / Android / Web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三类角色各有工作台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买家：搜索、选购、支付、评价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商家：商品、SKU、库存、发货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平台：商家审核、角色与账号监管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一条完整业务链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商品 → SKU → 购物车 → 地址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下单 → 模拟支付 → 商家发货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买家收货 → 评价 → 平台监管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消费者、商家与平台功能形成完整业务面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多端一致的购物体验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分类搜索、商品与 SKU 选择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收藏、购物车、地址、下单支付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订单、收货、评价与浏览历史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独立商家运营工作台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商品、SKU、上下架与库存管理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订单查看、发货和评价回复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看板统计与经营数据隔离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平台级账号与内容监管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审核商家并管理买家、卖家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角色、状态、商品与订单监管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操作日志支持问题追踪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1C49BBD1-10D0-40EF-80E3-CDDD8F1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四个入口共享后端，数据与规则保持一致</a:t>
            </a:r>
          </a:p>
        </p:txBody>
      </p:sp>
      <p:sp>
        <p:nvSpPr>
          <p:cNvPr id="2" name="portal-backing">
            <a:extLst xmlns:a="http://schemas.openxmlformats.org/drawingml/2006/main">
              <a:ext uri="{FF2B5EF4-FFF2-40B4-BE49-F238E27FC236}">
                <a16:creationId xmlns:a16="http://schemas.microsoft.com/office/drawing/2014/main" id="{7BAC4A54-1AD9-49AD-ACD5-CA97DCC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934CD534-A752-4544-8FC5-712EB36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4292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入口层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消费者 · H5 / Android 消费者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商家工作台 · 平台管理后台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前端与客户端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Vue 3 + Element Plus + Vant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Electron PC + Capacitor Android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服务与数据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Spring Boot + JWT + MySQL + Flyway V10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Docker Compose / Nginx / HTTPS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70E4C18-2A0B-4BC6-B6A1-A833112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5dab57c8d4343"/>
          <a:stretch xmlns:a="http://schemas.openxmlformats.org/drawingml/2006/main"/>
        </p:blipFill>
        <p:spPr>
          <a:xfrm xmlns:a="http://schemas.openxmlformats.org/drawingml/2006/main">
            <a:off x="6429375" y="1569244"/>
            <a:ext cx="5219700" cy="3262313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</p:spTree>
    <p:extLst>
      <p:ext uri="{BB962C8B-B14F-4D97-AF65-F5344CB8AC3E}">
        <p14:creationId xmlns:p14="http://schemas.microsoft.com/office/powerpoint/2010/main" val="12095168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07CF454D-3B6D-44AF-BDA5-1100ACB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亮点：交易闭环由后端规则保证</a:t>
            </a:r>
          </a:p>
        </p:txBody>
      </p:sp>
      <p:cxnSp>
        <p:nvCxnSpPr>
          <p:cNvPr id="24" name="chain-line"/>
          <p:cNvCxnSpPr/>
          <p:nvPr/>
        </p:nvCxnSpPr>
        <p:spPr>
          <a:xfrm xmlns:a="http://schemas.openxmlformats.org/drawingml/2006/main">
            <a:off x="390525" y="3371850"/>
            <a:ext cx="109537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chain-dot-1">
            <a:extLst xmlns:a="http://schemas.openxmlformats.org/drawingml/2006/main">
              <a:ext uri="{FF2B5EF4-FFF2-40B4-BE49-F238E27FC236}">
                <a16:creationId xmlns:a16="http://schemas.microsoft.com/office/drawing/2014/main" id="{6443BBCB-4325-4FBF-95E1-791925B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8E46AF9C-B2B0-4E9A-A0CE-06ACEFF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5" name="chain-body-1">
            <a:extLst xmlns:a="http://schemas.openxmlformats.org/drawingml/2006/main">
              <a:ext uri="{FF2B5EF4-FFF2-40B4-BE49-F238E27FC236}">
                <a16:creationId xmlns:a16="http://schemas.microsoft.com/office/drawing/2014/main" id="{D8999074-6E15-4C99-8077-E1EDD48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选 SKU → 下单 → 支付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服务端计价，条件扣减库存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订单快照防止商品变更影响</a:t>
            </a:r>
          </a:p>
        </p:txBody>
      </p:sp>
      <p:sp>
        <p:nvSpPr>
          <p:cNvPr id="6" name="chain-dot-2">
            <a:extLst xmlns:a="http://schemas.openxmlformats.org/drawingml/2006/main">
              <a:ext uri="{FF2B5EF4-FFF2-40B4-BE49-F238E27FC236}">
                <a16:creationId xmlns:a16="http://schemas.microsoft.com/office/drawing/2014/main" id="{644E8B4C-34CD-4675-8276-CF1E14B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6D6DE1C2-82BF-4AA1-B76F-30810A1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8" name="chain-body-2">
            <a:extLst xmlns:a="http://schemas.openxmlformats.org/drawingml/2006/main">
              <a:ext uri="{FF2B5EF4-FFF2-40B4-BE49-F238E27FC236}">
                <a16:creationId xmlns:a16="http://schemas.microsoft.com/office/drawing/2014/main" id="{F2A51901-A902-4CA7-9FCC-2CDEF52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按 seller_id 只看自己的数据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订单、商品、库存均做归属校验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发货推动订单状态继续流转</a:t>
            </a:r>
          </a:p>
        </p:txBody>
      </p:sp>
      <p:sp>
        <p:nvSpPr>
          <p:cNvPr id="9" name="chain-dot-3">
            <a:extLst xmlns:a="http://schemas.openxmlformats.org/drawingml/2006/main">
              <a:ext uri="{FF2B5EF4-FFF2-40B4-BE49-F238E27FC236}">
                <a16:creationId xmlns:a16="http://schemas.microsoft.com/office/drawing/2014/main" id="{76828CAF-1984-45FD-A63A-173DD6E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F6F5BC5D-E4B4-4DFA-9A20-95C5123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1" name="chain-body-3">
            <a:extLst xmlns:a="http://schemas.openxmlformats.org/drawingml/2006/main">
              <a:ext uri="{FF2B5EF4-FFF2-40B4-BE49-F238E27FC236}">
                <a16:creationId xmlns:a16="http://schemas.microsoft.com/office/drawing/2014/main" id="{28605274-0DCA-49B0-8C60-C5C79E8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状态机限制非法跨级操作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C03 超时取消恢复库存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幂等控制避免重复支付或收货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BA26362-3E1D-4364-8A1C-83E382D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94050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模块纵向负责，公共部分统一集成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按业务模块纵向负责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商品 / 用户购物车 / 订单支付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每个模块覆盖页面、接口和测试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减少前后端割裂与等待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公共文件由组长统一管理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路由、权限、数据库迁移集中合并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接口先冻结，再并行接入三端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组员交付先审查后进入主线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开发完成后交叉验收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PC、H5、商家与跨角色分端检查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测试报告和截图进入仓库归档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问题复现后统一修复与回归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祝意远：架构、核心后端与最终集成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组长与整体架构负责人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搭建前后端基线、三端路由与鉴权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冻结 API，建立手机公共框架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统一协调四人开发节奏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完成关键后端与工程规则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JWT、订单库存、状态机与 C03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商家数据隔离、数据库迁移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补齐自动化测试和安全修复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负责评审、合并和最终发布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整合 PC / H5 / Android / Web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Docker、Nginx、HTTPS 与服务器验证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汇总日报、周报、测试及答辩材料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汪炜康：商品模块与 PC 消费者端验收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承担商品模块前端交付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手机分类、列表、搜索与详情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SKU 选择和加入购物车交互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配合商品接口联调与页面回归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负责 PC 消费者端验收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注册登录、商品、购物车、地址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订单、评价、收藏、浏览历史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按清单记录实际测试结果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提交 PC 端验收报告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覆盖主链路和常见异常场景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向组长反馈可复现问题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为最终回归提供端侧依据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黄美琪：用户购物车、数据看板与 H5 验收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参与用户与购物车模块交付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手机个人中心、地址与购物车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个人资料、后台用户管理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协作注册登录和账号状态流程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看板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提交数据看板扩展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销售趋势与 Top 商品展示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配合接口差异和 Mock 数据审查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协助完善后台运营呈现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负责手机 H5 端验收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反馈导航、角标、按钮与时区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覆盖收藏、评价和订单跳转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提交问题清单支持集中修复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吴松青：订单支付、浏览历史与跨角色验收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承担手机订单与支付协作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结算、订单列表、详情与模拟支付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对齐订单状态和操作接口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配合 C03 超时取消链路演示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历史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完成商品浏览历史精简交付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后端记录、分页、删除等接口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与手机页面接入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补充幂等行为与接口测试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负责商家与跨角色验收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检查商品、订单与发货流程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完成商家操作和跨角色截图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验证买家下单到商家履约闭环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F6134D13-977E-47CB-BE1B-1C54CA4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工程质量有可复核的验收证据</a:t>
            </a:r>
          </a:p>
        </p:txBody>
      </p:sp>
      <p:sp>
        <p:nvSpPr>
          <p:cNvPr id="2" name="quality-intro">
            <a:extLst xmlns:a="http://schemas.openxmlformats.org/drawingml/2006/main">
              <a:ext uri="{FF2B5EF4-FFF2-40B4-BE49-F238E27FC236}">
                <a16:creationId xmlns:a16="http://schemas.microsoft.com/office/drawing/2014/main" id="{4851DC15-071A-4965-A42D-C760FC9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不是只看页面能打开，而是用自动化、真实数据库和线上部署三层验证。</a:t>
            </a:r>
          </a:p>
        </p:txBody>
      </p:sp>
      <p:sp>
        <p:nvSpPr>
          <p:cNvPr id="3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B680E128-EED3-4DFE-AFC9-4A9F207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32521034-26B2-480D-AAEE-CA260FD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26 / 26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002D94BA-EE59-439E-B68D-7428D9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覆盖鉴权、状态机和商家隔离</a:t>
            </a:r>
          </a:p>
        </p:txBody>
      </p:sp>
      <p:sp>
        <p:nvSpPr>
          <p:cNvPr id="6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A682DAD8-8FAF-4A54-8827-D79BCAC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A3B31B4A-2A5D-45AA-928C-7A951A7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V10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8C6A132-1F7B-4CC3-9AEE-14A4D06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Flyway 数据库迁移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真实 MySQL API 冒烟验证</a:t>
            </a:r>
          </a:p>
        </p:txBody>
      </p:sp>
      <p:sp>
        <p:nvSpPr>
          <p:cNvPr id="9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051B2D63-53CD-4F18-9BD4-B07AC22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61BBBAA-942E-4A58-AB86-F31DF21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UP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93C52831-76D5-4571-A21C-0C43744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Docker 三服务运行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HTTPS、健康检查和备份已验证</a:t>
            </a:r>
          </a:p>
        </p:txBody>
      </p:sp>
      <p:sp>
        <p:nvSpPr>
          <p:cNvPr id="1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93D647A-2BFD-4231-B803-C6FD39E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7949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B78F04A4-4A32-485C-9EC1-4F89A83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1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TEAM DELIVERY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45FED6A3-2514-4F1C-A8AE-6F24FAC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8572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四人协作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多端闭环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</a:p>
        </p:txBody>
      </p:sp>
      <p:sp>
        <p:nvSpPr>
          <p:cNvPr id="3" name="conclusion-details">
            <a:extLst xmlns:a="http://schemas.openxmlformats.org/drawingml/2006/main">
              <a:ext uri="{FF2B5EF4-FFF2-40B4-BE49-F238E27FC236}">
                <a16:creationId xmlns:a16="http://schemas.microsoft.com/office/drawing/2014/main" id="{CE8663E9-93C9-43EC-BAAC-DE765C9E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6858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从模块开发、统一集成到分端验收</a:t>
            </a:r>
          </a:p>
          <a:p xmlns:a="http://schemas.openxmlformats.org/drawingml/2006/main">
            <a:pPr algn="l">
              <a:buNone/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/ H5 / Android / 商家 / 平台共享同一业务规则</a:t>
            </a:r>
          </a:p>
          <a:p xmlns:a="http://schemas.openxmlformats.org/drawingml/2006/main">
            <a:pPr algn="l">
              <a:buNone/>
            </a:pPr>
            <a:r>
              <a:rPr sz="16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项目已具备演示、部署与继续扩展的工程基础</a:t>
            </a:r>
          </a:p>
        </p:txBody>
      </p:sp>
    </p:spTree>
    <p:extLst>
      <p:ext uri="{BB962C8B-B14F-4D97-AF65-F5344CB8AC3E}">
        <p14:creationId xmlns:p14="http://schemas.microsoft.com/office/powerpoint/2010/main" val="328852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2026-08-13T07:27:36.6350000Z</dcterms:created>
  <dcterms:modified xsi:type="dcterms:W3CDTF">2026-08-13T07:27:36.6350000Z</dcterms:modified>
</coreProperties>
</file>